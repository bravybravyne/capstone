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Name: </a:t>
            </a:r>
            <a:r>
              <a:rPr lang="en-US" dirty="0"/>
              <a:t>Benedict Musyoki</a:t>
            </a:r>
            <a:br>
              <a:rPr lang="en-US" b="1" dirty="0"/>
            </a:br>
            <a:r>
              <a:rPr lang="en-US" b="1" dirty="0"/>
              <a:t>Course: </a:t>
            </a:r>
            <a:r>
              <a:rPr lang="en-US" dirty="0"/>
              <a:t>Bachelor of Science in Information Technology</a:t>
            </a:r>
            <a:br>
              <a:rPr lang="en-US" b="1" dirty="0"/>
            </a:br>
            <a:r>
              <a:rPr lang="en-US" b="1" dirty="0"/>
              <a:t>Registration Number: </a:t>
            </a:r>
            <a:r>
              <a:rPr lang="en-US" dirty="0"/>
              <a:t>C025-01-0834/2022</a:t>
            </a:r>
            <a:br>
              <a:rPr lang="en-US" b="1" dirty="0"/>
            </a:br>
            <a:r>
              <a:rPr lang="en-US" b="1" dirty="0"/>
              <a:t>Unit: </a:t>
            </a:r>
            <a:r>
              <a:rPr lang="en-US" dirty="0"/>
              <a:t>Capstone Project</a:t>
            </a:r>
            <a:br>
              <a:rPr lang="en-US" b="1" dirty="0"/>
            </a:br>
            <a:r>
              <a:rPr lang="en-US" b="1" dirty="0"/>
              <a:t>Task: </a:t>
            </a:r>
            <a:r>
              <a:rPr lang="en-US" dirty="0"/>
              <a:t>African Traditional Music and Dance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34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/>
              <a:t>African music and dance are integral to cultural expression.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/>
              <a:t>Used in storytelling, rituals, festivals, healing, and social events.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/>
              <a:t>Serve as a medium of identity, unity, and communication.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/>
              <a:t>Today, globalization and modernization challenge their survival.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/>
              <a:t>Information Technology (IT) can bridge tradition and modernity.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Cultural Importance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3000" b="1"/>
              <a:t>Music:</a:t>
            </a:r>
            <a:r>
              <a:rPr lang="en-US" sz="3000"/>
              <a:t> drums, mbira, kora, flutes — spiritual and social functions.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3000" b="1"/>
              <a:t>Dance: </a:t>
            </a:r>
            <a:r>
              <a:rPr lang="en-US" sz="3000"/>
              <a:t>communal dances foster unity, ritual dances connect with ancestors, celebratory dances enhance joy.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3000"/>
              <a:t>Acts as a living archive of history and values.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3000"/>
              <a:t>Helps preserve indigenous languages and oral traditions.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Challenges in Modern Times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3000" dirty="0"/>
              <a:t>Influence of Western music reduces traditional practice.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3000" dirty="0"/>
              <a:t>Loss of indigenous knowledge due to aging custodians.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3000" dirty="0"/>
              <a:t>Lack of formal documentation (oral transfer is fragile).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3000" dirty="0"/>
              <a:t>Limited platforms showcasing African cultural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3000" dirty="0"/>
              <a:t>Risk of cultural erosion in digital-first generations.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Role of IT in Cultural Preservation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/>
              <a:t>Digitization of archives: Audio, video, and images of traditional performances.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/>
              <a:t>Databases for storing rhythms, instruments, and dance steps.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/>
              <a:t>Online repositories for researchers, students, and artists.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/>
              <a:t>Enhances global accessibility and cross-cultural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IT Applications in African Music &amp; Dance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500"/>
              <a:t>Mobile Apps: Learn traditional instruments and dance via tutorials.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500"/>
              <a:t>Streaming Platforms: YouTube, Spotify promote African sounds globally.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500"/>
              <a:t>AI &amp; ML: Recognize rhythm patterns, classify traditional beats.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500"/>
              <a:t>Virtual Reality (VR): Simulate live traditional festivals or ceremonies.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500"/>
              <a:t>Augmented Reality (AR): Teach dance steps interactively.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IT &amp; African Traditional Music (Specialization)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/>
              <a:t>Software Development: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3000"/>
              <a:t>Apps that simulate African drums, mbira, or kora.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3000"/>
              <a:t>Gamification of learning traditional dance for youths.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3000"/>
              <a:t>Digital sheet music for African rhythms.</a:t>
            </a:r>
          </a:p>
          <a:p>
            <a:pPr>
              <a:lnSpc>
                <a:spcPct val="90000"/>
              </a:lnSpc>
            </a:pPr>
            <a:endParaRPr lang="en-US" sz="3000"/>
          </a:p>
          <a:p>
            <a:pPr>
              <a:lnSpc>
                <a:spcPct val="90000"/>
              </a:lnSpc>
            </a:pPr>
            <a:r>
              <a:rPr lang="en-US" sz="3000" b="1"/>
              <a:t>Cybersecurity in Culture: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3000"/>
              <a:t> Protect digital cultural archives from piracy and unauthorized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IT &amp; African Traditional Dance (Specialization)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sz="3000" b="1" dirty="0"/>
              <a:t>Multimedia &amp; Animation:</a:t>
            </a:r>
            <a:endParaRPr lang="en-KE" sz="3000" b="1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sz="3000" dirty="0"/>
              <a:t>3D modeling of African dances for training or entertainment.</a:t>
            </a:r>
            <a:endParaRPr lang="en-KE" sz="300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sz="3000" dirty="0"/>
              <a:t>Animated cultural performances for education.</a:t>
            </a:r>
            <a:endParaRPr lang="en-KE" sz="3000"/>
          </a:p>
          <a:p>
            <a:pPr>
              <a:lnSpc>
                <a:spcPct val="90000"/>
              </a:lnSpc>
            </a:pPr>
            <a:r>
              <a:rPr sz="3000" b="1" dirty="0"/>
              <a:t>Game Development: </a:t>
            </a:r>
            <a:r>
              <a:rPr sz="3000" dirty="0"/>
              <a:t>Games featuring African music/dance themes.</a:t>
            </a:r>
            <a:endParaRPr lang="en-KE" sz="3000"/>
          </a:p>
          <a:p>
            <a:pPr>
              <a:lnSpc>
                <a:spcPct val="90000"/>
              </a:lnSpc>
            </a:pPr>
            <a:r>
              <a:rPr sz="3000" b="1" dirty="0"/>
              <a:t>Digital Storytelling: </a:t>
            </a:r>
            <a:r>
              <a:rPr sz="3000" dirty="0"/>
              <a:t>Combine dance, sound, and narrative in cultural apps.</a:t>
            </a:r>
            <a:endParaRPr lang="en-KE"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IT &amp; Data Science for Culture (Specialization)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 b="1"/>
              <a:t>Big Data &amp; Analytics: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500"/>
              <a:t>Analyzing audience engagement with African cultural content online.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500"/>
              <a:t>Tracking global popularity of African music/dance styles.</a:t>
            </a:r>
          </a:p>
          <a:p>
            <a:pPr>
              <a:lnSpc>
                <a:spcPct val="90000"/>
              </a:lnSpc>
            </a:pPr>
            <a:r>
              <a:rPr lang="de-DE" sz="2500" b="1"/>
              <a:t>AI &amp; Machine Learning: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500"/>
              <a:t>Pattern recognition in rhythms across different ethnic groups.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de-DE" sz="2500"/>
              <a:t>Automatic transcription of traditional songs into digital formats.</a:t>
            </a:r>
          </a:p>
          <a:p>
            <a:pPr>
              <a:lnSpc>
                <a:spcPct val="90000"/>
              </a:lnSpc>
            </a:pPr>
            <a:r>
              <a:rPr lang="de-DE" sz="2500" b="1"/>
              <a:t>Cloud Technology: </a:t>
            </a:r>
            <a:r>
              <a:rPr lang="de-DE" sz="2500"/>
              <a:t>Host African cultural archives for global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Benefits of Integrating IT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sz="3000"/>
              <a:t>Long-term preservation of cultural heritage.</a:t>
            </a:r>
          </a:p>
          <a:p>
            <a:r>
              <a:rPr lang="en-US" sz="3000"/>
              <a:t>Increased global visibility of African identity.</a:t>
            </a:r>
          </a:p>
          <a:p>
            <a:r>
              <a:rPr lang="en-US" sz="3000"/>
              <a:t>Encourages innovation rooted in culture.</a:t>
            </a:r>
          </a:p>
          <a:p>
            <a:r>
              <a:rPr lang="en-US" sz="3000"/>
              <a:t>Provides educational material for future generations.</a:t>
            </a:r>
          </a:p>
          <a:p>
            <a:r>
              <a:rPr lang="en-US" sz="3000"/>
              <a:t>Strengthens Africa’s digital footprint in cultural industries.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African traditional music and dance are pillars of identity.</a:t>
            </a:r>
          </a:p>
          <a:p>
            <a:r>
              <a:rPr dirty="0"/>
              <a:t>IT provides practical solutions for preservation, promotion, and innovation.</a:t>
            </a:r>
          </a:p>
          <a:p>
            <a:r>
              <a:rPr dirty="0"/>
              <a:t>As IT specialists, embracing cultural preservation ensures technology serves both progress and heritage.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PowerPoint Presentation</vt:lpstr>
      <vt:lpstr>Introduction</vt:lpstr>
      <vt:lpstr>Cultural Importance</vt:lpstr>
      <vt:lpstr>Challenges in Modern Times</vt:lpstr>
      <vt:lpstr>Role of IT in Cultural Preservation</vt:lpstr>
      <vt:lpstr>IT Applications in African Music &amp; Dance</vt:lpstr>
      <vt:lpstr>IT &amp; African Traditional Music (Specialization)</vt:lpstr>
      <vt:lpstr>IT &amp; African Traditional Dance (Specialization)</vt:lpstr>
      <vt:lpstr>IT &amp; Data Science for Culture (Specialization)</vt:lpstr>
      <vt:lpstr>Benefits of Integrating IT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Th3 R1val</dc:creator>
  <cp:keywords/>
  <dc:description>generated using python-pptx</dc:description>
  <cp:lastModifiedBy>Th3 R1val</cp:lastModifiedBy>
  <cp:revision>2</cp:revision>
  <dcterms:created xsi:type="dcterms:W3CDTF">2013-01-27T09:14:16Z</dcterms:created>
  <dcterms:modified xsi:type="dcterms:W3CDTF">2025-08-31T21:21:39Z</dcterms:modified>
  <cp:category/>
</cp:coreProperties>
</file>