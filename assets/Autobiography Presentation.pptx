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070555"/>
            <a:ext cx="5733470" cy="2497393"/>
          </a:xfrm>
        </p:spPr>
        <p:txBody>
          <a:bodyPr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2400" b="1" noProof="0" dirty="0">
                <a:solidFill>
                  <a:schemeClr val="tx1"/>
                </a:solidFill>
              </a:rPr>
              <a:t>Name: </a:t>
            </a:r>
            <a:r>
              <a:rPr lang="en-US" sz="2400" noProof="0" dirty="0">
                <a:solidFill>
                  <a:schemeClr val="tx1"/>
                </a:solidFill>
              </a:rPr>
              <a:t>Benedict Musyoki</a:t>
            </a:r>
            <a:br>
              <a:rPr lang="en-US" sz="2400" b="1" noProof="0" dirty="0">
                <a:solidFill>
                  <a:schemeClr val="tx1"/>
                </a:solidFill>
              </a:rPr>
            </a:br>
            <a:r>
              <a:rPr lang="en-US" sz="2400" b="1" noProof="0" dirty="0">
                <a:solidFill>
                  <a:schemeClr val="tx1"/>
                </a:solidFill>
              </a:rPr>
              <a:t>Course: </a:t>
            </a:r>
            <a:r>
              <a:rPr lang="en-US" sz="2400" noProof="0" dirty="0">
                <a:solidFill>
                  <a:schemeClr val="tx1"/>
                </a:solidFill>
              </a:rPr>
              <a:t>Bachelor of Science in Information Technology</a:t>
            </a:r>
            <a:br>
              <a:rPr lang="en-US" sz="2400" b="1" noProof="0" dirty="0">
                <a:solidFill>
                  <a:schemeClr val="tx1"/>
                </a:solidFill>
              </a:rPr>
            </a:br>
            <a:r>
              <a:rPr lang="en-US" sz="2400" b="1" noProof="0" dirty="0">
                <a:solidFill>
                  <a:schemeClr val="tx1"/>
                </a:solidFill>
              </a:rPr>
              <a:t>Registration Number: </a:t>
            </a:r>
            <a:r>
              <a:rPr lang="en-US" sz="2400" noProof="0" dirty="0">
                <a:solidFill>
                  <a:schemeClr val="tx1"/>
                </a:solidFill>
              </a:rPr>
              <a:t>C025-01-0834/2022</a:t>
            </a:r>
            <a:br>
              <a:rPr lang="en-US" sz="2400" b="1" noProof="0" dirty="0">
                <a:solidFill>
                  <a:schemeClr val="tx1"/>
                </a:solidFill>
              </a:rPr>
            </a:br>
            <a:r>
              <a:rPr lang="en-US" sz="2400" b="1" noProof="0" dirty="0">
                <a:solidFill>
                  <a:schemeClr val="tx1"/>
                </a:solidFill>
              </a:rPr>
              <a:t>Unit: </a:t>
            </a:r>
            <a:r>
              <a:rPr lang="en-US" sz="2400" noProof="0" dirty="0">
                <a:solidFill>
                  <a:schemeClr val="tx1"/>
                </a:solidFill>
              </a:rPr>
              <a:t>Capstone Project</a:t>
            </a:r>
            <a:br>
              <a:rPr lang="en-US" sz="2400" b="1" noProof="0" dirty="0">
                <a:solidFill>
                  <a:schemeClr val="tx1"/>
                </a:solidFill>
              </a:rPr>
            </a:br>
            <a:r>
              <a:rPr lang="en-US" sz="2400" b="1" noProof="0" dirty="0">
                <a:solidFill>
                  <a:schemeClr val="tx1"/>
                </a:solidFill>
              </a:rPr>
              <a:t>Task: </a:t>
            </a:r>
            <a:r>
              <a:rPr lang="en-US" sz="2400" noProof="0" dirty="0">
                <a:solidFill>
                  <a:schemeClr val="tx1"/>
                </a:solidFill>
              </a:rPr>
              <a:t>Autobiography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 noProof="0" dirty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Born and raised in a rural village surrounded by green landscapes during the rainy season and dry, dusty paths during the dry season.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Grew up mainly under the guidance of my father, Pascal Musyoki Ngathike, who played both roles of provider and role model.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Later welcomed my stepmother, Judith Museo, into the family who also took part in raising me with love and discipline.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Blessed with siblings, Stephen Muli and Grace Musyoki, who shaped my childhood through companionship and shared experiences.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Early Life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Childhood was marked by simplicity, yet filled with valuable life lessons.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Daily routines involved household chores such as fetching water, helping with farm work, and herding goats.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A memorable incident: while herding goats, they strayed into a neighbor’s farm and destroyed crops, which led to us being reported and disciplined.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These moments instilled perseverance, gratitude, and responsibility despite the challenges.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Primary School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Attended Emco Academy from Baby Class through to Class 8.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My first day was filled with tears and shyness, but over time I adjusted and found comfort among peers.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Favorite subjects were Mathematics and Science, which I enjoyed due to their problem-solving nature.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Achievements included being awarded best student in Maths, Science, and CRE, and scoring 343 marks in KCPE.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 noProof="0" dirty="0">
                <a:solidFill>
                  <a:srgbClr val="FFFFFF"/>
                </a:solidFill>
              </a:rPr>
              <a:t>Secondary School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Joined Matinyani Boys Secondary School, a place that broadened my academic and personal growth.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Took up leadership roles as class prefect and later Computer Lab Prefect in Form Four.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Consistently awarded for excellence in Mathematics and Computer Studies, reflecting my strengths and interests.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Overcame the pressures of boarding school life and achieved a B Plain in KCSE.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 noProof="0" dirty="0">
                <a:solidFill>
                  <a:srgbClr val="FFFFFF"/>
                </a:solidFill>
              </a:rPr>
              <a:t>University Life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Enrolled at Dedan Kimathi University of Technology, pursuing a Bachelor of Science in Information Technology.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First year was both exciting and nervous as I interacted with people from different backgrounds.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Stayed at LA duvet Hostels while balancing classes, assignments, and social activities.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Active in hackathons, children’s home visits, and served in Catholic association leadership 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Social Life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Formed meaningful friendships that were supportive, loyal, and enjoyable.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A memorable outing was a picnic and hike with university friends at Karima Forest.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Engaged in Bible study groups, altar serving, and student tech clubs like DSAIC, which shaped both social and academic growth.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Attended memorable community events such as weddings and dowry ceremonies.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Faith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Born into a Catholic family and raised by God-fearing parents.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Baptized in Class 4 and confirmed in Class 6, which strengthened my spiritual journey.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Actively participated in youth activities at St. Patrick Catholic Church.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Continued to nurture my faith in secondary school and university through YCS, rallies, and altar serving.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noProof="0" dirty="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Faced occasional illnesses but was well-supported by my parents during recovery.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Academic challenges included struggles in English and Kiswahili during both primary and secondary school.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At university, I encountered financial challenges, heavy academic workloads, and distractions that tested discipline.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Social struggles included shyness, betrayal in friendships, and moments of loneliness.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Life Lessons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Learned that hard work pays — every success has been the result of persistence and dedication.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Resilience builds strength — setbacks and failures became opportunities to grow stronger.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Genuine friends bring out the best in you and make life enjoyable.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Faith and family remain the foundation of stability, courage, and growth.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Hobbies &amp; Interests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Enjoy hiking, traveling, and watching movies to relieve stress and find inspiration.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Strong interest in technology, particularly data science, machine learning, and software development.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Active participation in church and community service projects keeps me grounded.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Passionate about leadership, teamwork, and building networks for future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noProof="0" dirty="0">
                <a:solidFill>
                  <a:srgbClr val="FFFFFF"/>
                </a:solidFill>
              </a:rPr>
              <a:t>Dreams &amp; Aspirations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Short-term: Secure a good internship or job in IT to apply classroom knowledge to real-life challenges.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Intend to specialize in software development, networking, and cybersecurity, fields with growing global importance.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Long-term: Aspire to start my own tech company and work as an IT consultant to provide solutions and create opportunities.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200" noProof="0" dirty="0"/>
              <a:t>Personal dreams include building a strong family, attaining financial independence, and serving the community.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noProof="0" dirty="0">
                <a:solidFill>
                  <a:srgbClr val="FFFFFF"/>
                </a:solidFill>
              </a:rPr>
              <a:t>Reflections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My life has been shaped by the combined influence of family, faith, and education.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Every challenge encountered was an opportunity to learn resilience and perseverance.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Guided by discipline, hard work, and strong values, I have been able to overcome personal and academic challenges.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700" noProof="0" dirty="0"/>
              <a:t>Inspired by role models such as my father, uncle, and deputy principal, who continue to guide my journey.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noProof="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My story is one of growth, faith, and resilience built through family, education, and friendships.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Success is not instant but built through determination, patience, and consistent effort.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With God’s guidance and personal discipline, I look forward to achieving my dreams and aspirations.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500" noProof="0" dirty="0"/>
              <a:t>Motto: 'Hard work pays, and resilience builds strength' a principle that will continue to guide 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Microsoft Office PowerPoint</Application>
  <PresentationFormat>On-screen Show (4:3)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Presentation</vt:lpstr>
      <vt:lpstr>Background</vt:lpstr>
      <vt:lpstr>Early Life</vt:lpstr>
      <vt:lpstr>Primary School</vt:lpstr>
      <vt:lpstr>Secondary School</vt:lpstr>
      <vt:lpstr>University Life</vt:lpstr>
      <vt:lpstr>Social Life</vt:lpstr>
      <vt:lpstr>Faith</vt:lpstr>
      <vt:lpstr>Challenges</vt:lpstr>
      <vt:lpstr>Life Lessons</vt:lpstr>
      <vt:lpstr>Hobbies &amp; Interests</vt:lpstr>
      <vt:lpstr>Dreams &amp; Aspirations</vt:lpstr>
      <vt:lpstr>Reflections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Th3 R1val</cp:lastModifiedBy>
  <cp:revision>4</cp:revision>
  <dcterms:created xsi:type="dcterms:W3CDTF">2013-01-27T09:14:16Z</dcterms:created>
  <dcterms:modified xsi:type="dcterms:W3CDTF">2025-08-31T21:13:19Z</dcterms:modified>
  <cp:category/>
</cp:coreProperties>
</file>